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band:PROGRAMMABILITY"/>
          <p:cNvSpPr/>
          <p:nvPr/>
        </p:nvSpPr>
        <p:spPr>
          <a:xfrm>
            <a:off x="228600" y="255727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33415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63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64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68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69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73" name="row:sch_fq / TCP pacing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74" name="row:sch_fq / TCP pacing:development"/>
          <p:cNvCxnSpPr/>
          <p:nvPr/>
        </p:nvCxnSpPr>
        <p:spPr>
          <a:xfrm>
            <a:off x="4253503" y="1882711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w:sch_fq / TCP pacing:start"/>
          <p:cNvSpPr/>
          <p:nvPr/>
        </p:nvSpPr>
        <p:spPr>
          <a:xfrm>
            <a:off x="4221499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ow:sch_fq / TCP pacing:release:3.12"/>
          <p:cNvSpPr/>
          <p:nvPr/>
        </p:nvSpPr>
        <p:spPr>
          <a:xfrm>
            <a:off x="4944564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w:sch_fq / TCP pacing:label"/>
          <p:cNvSpPr txBox="1"/>
          <p:nvPr/>
        </p:nvSpPr>
        <p:spPr>
          <a:xfrm>
            <a:off x="5061150" y="177298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78" name="row:SO_BUSY_POLL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79" name="row:SO_BUSY_POLL:development"/>
          <p:cNvCxnSpPr/>
          <p:nvPr/>
        </p:nvCxnSpPr>
        <p:spPr>
          <a:xfrm>
            <a:off x="4392377" y="1992058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w:SO_BUSY_POLL:start"/>
          <p:cNvSpPr/>
          <p:nvPr/>
        </p:nvSpPr>
        <p:spPr>
          <a:xfrm>
            <a:off x="4360373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w:SO_BUSY_POLL:release:3.11"/>
          <p:cNvSpPr/>
          <p:nvPr/>
        </p:nvSpPr>
        <p:spPr>
          <a:xfrm>
            <a:off x="4826696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w:SO_BUSY_POLL:label"/>
          <p:cNvSpPr txBox="1"/>
          <p:nvPr/>
        </p:nvSpPr>
        <p:spPr>
          <a:xfrm>
            <a:off x="4943282" y="188233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83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84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6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90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91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95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96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w:BIG TCP extensions:label"/>
          <p:cNvSpPr txBox="1"/>
          <p:nvPr/>
        </p:nvSpPr>
        <p:spPr>
          <a:xfrm>
            <a:off x="10301039" y="2210371"/>
            <a:ext cx="11887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01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02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06" name="band-label:PROGRAMMABILITY"/>
          <p:cNvSpPr txBox="1"/>
          <p:nvPr/>
        </p:nvSpPr>
        <p:spPr>
          <a:xfrm>
            <a:off x="384048" y="255727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07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08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12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13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17" name="row:XDP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18" name="row:XDP:development"/>
          <p:cNvCxnSpPr/>
          <p:nvPr/>
        </p:nvCxnSpPr>
        <p:spPr>
          <a:xfrm>
            <a:off x="6058871" y="2848927"/>
            <a:ext cx="95331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w:XDP:start"/>
          <p:cNvSpPr/>
          <p:nvPr/>
        </p:nvSpPr>
        <p:spPr>
          <a:xfrm>
            <a:off x="6026867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ow:XDP:release:4.8"/>
          <p:cNvSpPr/>
          <p:nvPr/>
        </p:nvSpPr>
        <p:spPr>
          <a:xfrm>
            <a:off x="6968747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ow:XDP:label"/>
          <p:cNvSpPr txBox="1"/>
          <p:nvPr/>
        </p:nvSpPr>
        <p:spPr>
          <a:xfrm>
            <a:off x="7085333" y="273919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22" name="row:cgroup / LWT BPF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23" name="row:cgroup / LWT BPF:development"/>
          <p:cNvCxnSpPr/>
          <p:nvPr/>
        </p:nvCxnSpPr>
        <p:spPr>
          <a:xfrm>
            <a:off x="6475495" y="2958274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w:cgroup / LWT BPF:start"/>
          <p:cNvSpPr/>
          <p:nvPr/>
        </p:nvSpPr>
        <p:spPr>
          <a:xfrm>
            <a:off x="6443491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ow:cgroup / LWT BPF:release:4.10"/>
          <p:cNvSpPr/>
          <p:nvPr/>
        </p:nvSpPr>
        <p:spPr>
          <a:xfrm>
            <a:off x="7233474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ow:cgroup / LWT BPF:label"/>
          <p:cNvSpPr txBox="1"/>
          <p:nvPr/>
        </p:nvSpPr>
        <p:spPr>
          <a:xfrm>
            <a:off x="7350060" y="284854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27" name="row:SOCK_OPS / SOCKMAP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28" name="row:SOCK_OPS / SOCKMAP:development"/>
          <p:cNvCxnSpPr/>
          <p:nvPr/>
        </p:nvCxnSpPr>
        <p:spPr>
          <a:xfrm>
            <a:off x="6822681" y="3067621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w:SOCK_OPS / SOCKMAP:start"/>
          <p:cNvSpPr/>
          <p:nvPr/>
        </p:nvSpPr>
        <p:spPr>
          <a:xfrm>
            <a:off x="6790677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0" name="row:SOCK_OPS / SOCKMAP:milestones"/>
          <p:cNvCxnSpPr/>
          <p:nvPr/>
        </p:nvCxnSpPr>
        <p:spPr>
          <a:xfrm>
            <a:off x="7649521" y="3067621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w:SOCK_OPS / SOCKMAP:release:4.13"/>
          <p:cNvSpPr/>
          <p:nvPr/>
        </p:nvSpPr>
        <p:spPr>
          <a:xfrm>
            <a:off x="7606087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ow:SOCK_OPS / SOCKMAP:release:4.14"/>
          <p:cNvSpPr/>
          <p:nvPr/>
        </p:nvSpPr>
        <p:spPr>
          <a:xfrm>
            <a:off x="7739163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ow:SOCK_OPS / SOCKMAP:label"/>
          <p:cNvSpPr txBox="1"/>
          <p:nvPr/>
        </p:nvSpPr>
        <p:spPr>
          <a:xfrm>
            <a:off x="7855749" y="295789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34" name="row:BPF struct_ops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35" name="row:BPF struct_ops:development"/>
          <p:cNvCxnSpPr/>
          <p:nvPr/>
        </p:nvCxnSpPr>
        <p:spPr>
          <a:xfrm>
            <a:off x="8419738" y="3176968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BPF struct_ops:start"/>
          <p:cNvSpPr/>
          <p:nvPr/>
        </p:nvSpPr>
        <p:spPr>
          <a:xfrm>
            <a:off x="8387734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w:BPF struct_ops:release:5.6"/>
          <p:cNvSpPr/>
          <p:nvPr/>
        </p:nvSpPr>
        <p:spPr>
          <a:xfrm>
            <a:off x="9390734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w:BPF struct_ops:label"/>
          <p:cNvSpPr txBox="1"/>
          <p:nvPr/>
        </p:nvSpPr>
        <p:spPr>
          <a:xfrm>
            <a:off x="9507320" y="306724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39" name="row:SK_LOOKUP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40" name="row:SK_LOOKUP:development"/>
          <p:cNvCxnSpPr/>
          <p:nvPr/>
        </p:nvCxnSpPr>
        <p:spPr>
          <a:xfrm>
            <a:off x="8905798" y="3286315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w:SK_LOOKUP:start"/>
          <p:cNvSpPr/>
          <p:nvPr/>
        </p:nvSpPr>
        <p:spPr>
          <a:xfrm>
            <a:off x="887379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w:SK_LOOKUP:release:5.9"/>
          <p:cNvSpPr/>
          <p:nvPr/>
        </p:nvSpPr>
        <p:spPr>
          <a:xfrm>
            <a:off x="9763347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w:SK_LOOKUP:label"/>
          <p:cNvSpPr txBox="1"/>
          <p:nvPr/>
        </p:nvSpPr>
        <p:spPr>
          <a:xfrm>
            <a:off x="9879933" y="317658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44" name="row:TCX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45" name="row:TCX:development"/>
          <p:cNvCxnSpPr/>
          <p:nvPr/>
        </p:nvCxnSpPr>
        <p:spPr>
          <a:xfrm>
            <a:off x="11058353" y="3395662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ow:TCX:start"/>
          <p:cNvSpPr/>
          <p:nvPr/>
        </p:nvSpPr>
        <p:spPr>
          <a:xfrm>
            <a:off x="11026349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ow:TCX:release:6.6"/>
          <p:cNvSpPr/>
          <p:nvPr/>
        </p:nvSpPr>
        <p:spPr>
          <a:xfrm>
            <a:off x="11880684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w:TCX:label"/>
          <p:cNvSpPr txBox="1"/>
          <p:nvPr/>
        </p:nvSpPr>
        <p:spPr>
          <a:xfrm>
            <a:off x="11997270" y="328593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49" name="row:netkit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0" name="row:netkit:development"/>
          <p:cNvCxnSpPr/>
          <p:nvPr/>
        </p:nvCxnSpPr>
        <p:spPr>
          <a:xfrm>
            <a:off x="11197228" y="3505009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w:netkit:start"/>
          <p:cNvSpPr/>
          <p:nvPr/>
        </p:nvSpPr>
        <p:spPr>
          <a:xfrm>
            <a:off x="1116522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ow:netkit:release:6.7"/>
          <p:cNvSpPr/>
          <p:nvPr/>
        </p:nvSpPr>
        <p:spPr>
          <a:xfrm>
            <a:off x="12012335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ow:netkit:label"/>
          <p:cNvSpPr txBox="1"/>
          <p:nvPr/>
        </p:nvSpPr>
        <p:spPr>
          <a:xfrm>
            <a:off x="12128921" y="339528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54" name="row:BPF qdisc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55" name="row:BPF qdisc:development"/>
          <p:cNvCxnSpPr/>
          <p:nvPr/>
        </p:nvCxnSpPr>
        <p:spPr>
          <a:xfrm>
            <a:off x="12308224" y="3614356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ow:BPF qdisc:start"/>
          <p:cNvSpPr/>
          <p:nvPr/>
        </p:nvSpPr>
        <p:spPr>
          <a:xfrm>
            <a:off x="12276220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w:BPF qdisc:release:6.16"/>
          <p:cNvSpPr/>
          <p:nvPr/>
        </p:nvSpPr>
        <p:spPr>
          <a:xfrm>
            <a:off x="13088826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w:BPF qdisc:label"/>
          <p:cNvSpPr txBox="1"/>
          <p:nvPr/>
        </p:nvSpPr>
        <p:spPr>
          <a:xfrm>
            <a:off x="13205412" y="350462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59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60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61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65" name="row:AF_XDP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166" name="row:AF_XDP:development"/>
          <p:cNvCxnSpPr/>
          <p:nvPr/>
        </p:nvCxnSpPr>
        <p:spPr>
          <a:xfrm>
            <a:off x="7169867" y="3924490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AF_XDP:start"/>
          <p:cNvSpPr/>
          <p:nvPr/>
        </p:nvSpPr>
        <p:spPr>
          <a:xfrm>
            <a:off x="7137863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ow:AF_XDP:release:4.18"/>
          <p:cNvSpPr/>
          <p:nvPr/>
        </p:nvSpPr>
        <p:spPr>
          <a:xfrm>
            <a:off x="8258636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ow:AF_XDP:label"/>
          <p:cNvSpPr txBox="1"/>
          <p:nvPr/>
        </p:nvSpPr>
        <p:spPr>
          <a:xfrm>
            <a:off x="8375222" y="381476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70" name="row:XDP multi-buffer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171" name="row:XDP multi-buffer:development"/>
          <p:cNvCxnSpPr/>
          <p:nvPr/>
        </p:nvCxnSpPr>
        <p:spPr>
          <a:xfrm>
            <a:off x="9947357" y="4033837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ow:XDP multi-buffer:start"/>
          <p:cNvSpPr/>
          <p:nvPr/>
        </p:nvSpPr>
        <p:spPr>
          <a:xfrm>
            <a:off x="9915353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ow:XDP multi-buffer:release:5.18"/>
          <p:cNvSpPr/>
          <p:nvPr/>
        </p:nvSpPr>
        <p:spPr>
          <a:xfrm>
            <a:off x="1088023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ow:XDP multi-buffer:label"/>
          <p:cNvSpPr txBox="1"/>
          <p:nvPr/>
        </p:nvSpPr>
        <p:spPr>
          <a:xfrm>
            <a:off x="10996822" y="392410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75" name="row:AF_XDP multi-buffer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176" name="row:AF_XDP multi-buffer:development"/>
          <p:cNvCxnSpPr/>
          <p:nvPr/>
        </p:nvCxnSpPr>
        <p:spPr>
          <a:xfrm>
            <a:off x="10641730" y="4143184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w:AF_XDP multi-buffer:start"/>
          <p:cNvSpPr/>
          <p:nvPr/>
        </p:nvSpPr>
        <p:spPr>
          <a:xfrm>
            <a:off x="10609726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ow:AF_XDP multi-buffer:release:6.6"/>
          <p:cNvSpPr/>
          <p:nvPr/>
        </p:nvSpPr>
        <p:spPr>
          <a:xfrm>
            <a:off x="11880684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ow:AF_XDP multi-buffer:label"/>
          <p:cNvSpPr txBox="1"/>
          <p:nvPr/>
        </p:nvSpPr>
        <p:spPr>
          <a:xfrm>
            <a:off x="11997270" y="403345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80" name="row:Device Memory TCP RX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81" name="row:Device Memory TCP RX:development"/>
          <p:cNvCxnSpPr/>
          <p:nvPr/>
        </p:nvCxnSpPr>
        <p:spPr>
          <a:xfrm>
            <a:off x="11405539" y="4252531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ow:Device Memory TCP RX:start"/>
          <p:cNvSpPr/>
          <p:nvPr/>
        </p:nvSpPr>
        <p:spPr>
          <a:xfrm>
            <a:off x="11373535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ow:Device Memory TCP RX:release:6.12"/>
          <p:cNvSpPr/>
          <p:nvPr/>
        </p:nvSpPr>
        <p:spPr>
          <a:xfrm>
            <a:off x="12611177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ow:Device Memory TCP RX:label"/>
          <p:cNvSpPr txBox="1"/>
          <p:nvPr/>
        </p:nvSpPr>
        <p:spPr>
          <a:xfrm>
            <a:off x="12727763" y="414280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185" name="row:io_uring ZCRX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186" name="row:io_uring ZCRX:development"/>
          <p:cNvCxnSpPr/>
          <p:nvPr/>
        </p:nvCxnSpPr>
        <p:spPr>
          <a:xfrm>
            <a:off x="11613851" y="4361878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w:io_uring ZCRX:start"/>
          <p:cNvSpPr/>
          <p:nvPr/>
        </p:nvSpPr>
        <p:spPr>
          <a:xfrm>
            <a:off x="11581847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ow:io_uring ZCRX:release:6.15"/>
          <p:cNvSpPr/>
          <p:nvPr/>
        </p:nvSpPr>
        <p:spPr>
          <a:xfrm>
            <a:off x="12969057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ow:io_uring ZCRX:label"/>
          <p:cNvSpPr txBox="1"/>
          <p:nvPr/>
        </p:nvSpPr>
        <p:spPr>
          <a:xfrm>
            <a:off x="13085643" y="425215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190" name="row:Device Memory TCP TX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191" name="row:Device Memory TCP TX:development"/>
          <p:cNvCxnSpPr/>
          <p:nvPr/>
        </p:nvCxnSpPr>
        <p:spPr>
          <a:xfrm>
            <a:off x="12030475" y="4471225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ow:Device Memory TCP TX:start"/>
          <p:cNvSpPr/>
          <p:nvPr/>
        </p:nvSpPr>
        <p:spPr>
          <a:xfrm>
            <a:off x="11998471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ow:Device Memory TCP TX:release:6.16"/>
          <p:cNvSpPr/>
          <p:nvPr/>
        </p:nvSpPr>
        <p:spPr>
          <a:xfrm>
            <a:off x="1308882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ow:Device Memory TCP TX:label"/>
          <p:cNvSpPr txBox="1"/>
          <p:nvPr/>
        </p:nvSpPr>
        <p:spPr>
          <a:xfrm>
            <a:off x="13205412" y="436149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95" name="row:RX HW queue leasing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196" name="row:RX HW queue leasing:development"/>
          <p:cNvCxnSpPr/>
          <p:nvPr/>
        </p:nvCxnSpPr>
        <p:spPr>
          <a:xfrm>
            <a:off x="12377661" y="4580572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ow:RX HW queue leasing:start"/>
          <p:cNvSpPr/>
          <p:nvPr/>
        </p:nvSpPr>
        <p:spPr>
          <a:xfrm>
            <a:off x="12345657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ow:RX HW queue leasing:release:7.1"/>
          <p:cNvSpPr/>
          <p:nvPr/>
        </p:nvSpPr>
        <p:spPr>
          <a:xfrm>
            <a:off x="13701451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ow:RX HW queue leasing:label"/>
          <p:cNvSpPr txBox="1"/>
          <p:nvPr/>
        </p:nvSpPr>
        <p:spPr>
          <a:xfrm>
            <a:off x="13818037" y="447084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00" name="row:large RX buffers (mem. providers)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01" name="row:large RX buffers (mem. providers):development"/>
          <p:cNvCxnSpPr/>
          <p:nvPr/>
        </p:nvCxnSpPr>
        <p:spPr>
          <a:xfrm>
            <a:off x="12724847" y="4689919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w:large RX buffers (mem. providers):start"/>
          <p:cNvSpPr/>
          <p:nvPr/>
        </p:nvSpPr>
        <p:spPr>
          <a:xfrm>
            <a:off x="12692843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ow:large RX buffers (mem. providers):release:7.0"/>
          <p:cNvSpPr/>
          <p:nvPr/>
        </p:nvSpPr>
        <p:spPr>
          <a:xfrm>
            <a:off x="13581683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ow:large RX buffers (mem. providers):label"/>
          <p:cNvSpPr txBox="1"/>
          <p:nvPr/>
        </p:nvSpPr>
        <p:spPr>
          <a:xfrm>
            <a:off x="13698269" y="458019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05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06" name="row:nftables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</a:t>
            </a:r>
          </a:p>
        </p:txBody>
      </p:sp>
      <p:cxnSp>
        <p:nvCxnSpPr>
          <p:cNvPr id="207" name="row:nftables:development"/>
          <p:cNvCxnSpPr/>
          <p:nvPr/>
        </p:nvCxnSpPr>
        <p:spPr>
          <a:xfrm>
            <a:off x="3698005" y="4890706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ow:nftables:start"/>
          <p:cNvSpPr/>
          <p:nvPr/>
        </p:nvSpPr>
        <p:spPr>
          <a:xfrm>
            <a:off x="3666001" y="485870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ow:nftables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ow:nftables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11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12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16" name="row:YNL tooling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17" name="row:YNL tooling:development"/>
          <p:cNvCxnSpPr/>
          <p:nvPr/>
        </p:nvCxnSpPr>
        <p:spPr>
          <a:xfrm>
            <a:off x="10294543" y="5109400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row:YNL tooling:start"/>
          <p:cNvSpPr/>
          <p:nvPr/>
        </p:nvSpPr>
        <p:spPr>
          <a:xfrm>
            <a:off x="10262539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ow:YNL tooling:release:6.3"/>
          <p:cNvSpPr/>
          <p:nvPr/>
        </p:nvSpPr>
        <p:spPr>
          <a:xfrm>
            <a:off x="11519477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ow:YNL tooling:label"/>
          <p:cNvSpPr txBox="1"/>
          <p:nvPr/>
        </p:nvSpPr>
        <p:spPr>
          <a:xfrm>
            <a:off x="11636063" y="499967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21" name="row:per-netns RTNL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22" name="row:per-netns RTNL:development"/>
          <p:cNvCxnSpPr/>
          <p:nvPr/>
        </p:nvCxnSpPr>
        <p:spPr>
          <a:xfrm>
            <a:off x="11336102" y="5218747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w:per-netns RTNL:start"/>
          <p:cNvSpPr/>
          <p:nvPr/>
        </p:nvSpPr>
        <p:spPr>
          <a:xfrm>
            <a:off x="11304098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ow:per-netns RTNL:release:6.13"/>
          <p:cNvSpPr/>
          <p:nvPr/>
        </p:nvSpPr>
        <p:spPr>
          <a:xfrm>
            <a:off x="12729520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row:per-netns RTNL:label"/>
          <p:cNvSpPr txBox="1"/>
          <p:nvPr/>
        </p:nvSpPr>
        <p:spPr>
          <a:xfrm>
            <a:off x="12846106" y="510901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26" name="row:further RTNL breakup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27" name="row:further RTNL breakup:development"/>
          <p:cNvCxnSpPr/>
          <p:nvPr/>
        </p:nvCxnSpPr>
        <p:spPr>
          <a:xfrm>
            <a:off x="12030475" y="5328094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row:further RTNL breakup:start"/>
          <p:cNvSpPr/>
          <p:nvPr/>
        </p:nvSpPr>
        <p:spPr>
          <a:xfrm>
            <a:off x="11998471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row:further RTNL breakup:release:6.15"/>
          <p:cNvSpPr/>
          <p:nvPr/>
        </p:nvSpPr>
        <p:spPr>
          <a:xfrm>
            <a:off x="12969057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row:further RTNL breakup:label"/>
          <p:cNvSpPr txBox="1"/>
          <p:nvPr/>
        </p:nvSpPr>
        <p:spPr>
          <a:xfrm>
            <a:off x="13085643" y="521836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31" name="row:RTNL-less FIB rules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32" name="row:RTNL-less FIB rules:development"/>
          <p:cNvCxnSpPr/>
          <p:nvPr/>
        </p:nvCxnSpPr>
        <p:spPr>
          <a:xfrm>
            <a:off x="12724847" y="5437441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w:RTNL-less FIB rules:start"/>
          <p:cNvSpPr/>
          <p:nvPr/>
        </p:nvSpPr>
        <p:spPr>
          <a:xfrm>
            <a:off x="12692843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row:RTNL-less FIB rules:release:7.3-rc"/>
          <p:cNvSpPr/>
          <p:nvPr/>
        </p:nvSpPr>
        <p:spPr>
          <a:xfrm>
            <a:off x="13828824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ow:RTNL-less FIB rules:label"/>
          <p:cNvSpPr txBox="1"/>
          <p:nvPr/>
        </p:nvSpPr>
        <p:spPr>
          <a:xfrm>
            <a:off x="13945410" y="532771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36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37" name="row:kprobe BPF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38" name="row:kprobe BPF:development"/>
          <p:cNvCxnSpPr/>
          <p:nvPr/>
        </p:nvCxnSpPr>
        <p:spPr>
          <a:xfrm>
            <a:off x="5225624" y="5638228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w:kprobe BPF:start"/>
          <p:cNvSpPr/>
          <p:nvPr/>
        </p:nvSpPr>
        <p:spPr>
          <a:xfrm>
            <a:off x="5193620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ow:kprobe BPF:release:4.1"/>
          <p:cNvSpPr/>
          <p:nvPr/>
        </p:nvSpPr>
        <p:spPr>
          <a:xfrm>
            <a:off x="6076662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ow:kprobe BPF:label"/>
          <p:cNvSpPr txBox="1"/>
          <p:nvPr/>
        </p:nvSpPr>
        <p:spPr>
          <a:xfrm>
            <a:off x="6193248" y="552850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42" name="row:structured drop reason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43" name="row:structured drop reason:development"/>
          <p:cNvCxnSpPr/>
          <p:nvPr/>
        </p:nvCxnSpPr>
        <p:spPr>
          <a:xfrm>
            <a:off x="9947357" y="5747575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w:structured drop reason:start"/>
          <p:cNvSpPr/>
          <p:nvPr/>
        </p:nvSpPr>
        <p:spPr>
          <a:xfrm>
            <a:off x="9915353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ow:structured drop reason:release:5.17"/>
          <p:cNvSpPr/>
          <p:nvPr/>
        </p:nvSpPr>
        <p:spPr>
          <a:xfrm>
            <a:off x="10760468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ow:structured drop reason:label"/>
          <p:cNvSpPr txBox="1"/>
          <p:nvPr/>
        </p:nvSpPr>
        <p:spPr>
          <a:xfrm>
            <a:off x="10877054" y="563784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47" name="row:drop-reason expansi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48" name="row:drop-reason expansion:development"/>
          <p:cNvCxnSpPr/>
          <p:nvPr/>
        </p:nvCxnSpPr>
        <p:spPr>
          <a:xfrm>
            <a:off x="10780604" y="5856922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row:drop-reason expansion:start"/>
          <p:cNvSpPr/>
          <p:nvPr/>
        </p:nvSpPr>
        <p:spPr>
          <a:xfrm>
            <a:off x="10748600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ow:drop-reason expansion:release:5.19"/>
          <p:cNvSpPr/>
          <p:nvPr/>
        </p:nvSpPr>
        <p:spPr>
          <a:xfrm>
            <a:off x="11013313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row:drop-reason expansion:label"/>
          <p:cNvSpPr txBox="1"/>
          <p:nvPr/>
        </p:nvSpPr>
        <p:spPr>
          <a:xfrm>
            <a:off x="11129899" y="574719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52" name="row:queue/NAPI netdev-genl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53" name="row:queue/NAPI netdev-genl:development"/>
          <p:cNvCxnSpPr/>
          <p:nvPr/>
        </p:nvCxnSpPr>
        <p:spPr>
          <a:xfrm>
            <a:off x="11336102" y="596626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w:queue/NAPI netdev-genl:start"/>
          <p:cNvSpPr/>
          <p:nvPr/>
        </p:nvSpPr>
        <p:spPr>
          <a:xfrm>
            <a:off x="11304098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ow:queue/NAPI netdev-genl:release:6.8"/>
          <p:cNvSpPr/>
          <p:nvPr/>
        </p:nvSpPr>
        <p:spPr>
          <a:xfrm>
            <a:off x="1213210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row:queue/NAPI netdev-genl:label"/>
          <p:cNvSpPr txBox="1"/>
          <p:nvPr/>
        </p:nvSpPr>
        <p:spPr>
          <a:xfrm>
            <a:off x="12248689" y="585654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57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58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62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63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64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268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269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273" name="row:phylink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274" name="row:phylink:development"/>
          <p:cNvCxnSpPr/>
          <p:nvPr/>
        </p:nvCxnSpPr>
        <p:spPr>
          <a:xfrm>
            <a:off x="5919997" y="6495097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w:phylink:start"/>
          <p:cNvSpPr/>
          <p:nvPr/>
        </p:nvSpPr>
        <p:spPr>
          <a:xfrm>
            <a:off x="5887993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row:phylink:release:4.14"/>
          <p:cNvSpPr/>
          <p:nvPr/>
        </p:nvSpPr>
        <p:spPr>
          <a:xfrm>
            <a:off x="7739163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row:phylink:label"/>
          <p:cNvSpPr txBox="1"/>
          <p:nvPr/>
        </p:nvSpPr>
        <p:spPr>
          <a:xfrm>
            <a:off x="7855749" y="6385369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278" name="row:Net DIM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279" name="row:Net DIM:development"/>
          <p:cNvCxnSpPr/>
          <p:nvPr/>
        </p:nvCxnSpPr>
        <p:spPr>
          <a:xfrm>
            <a:off x="7169867" y="6604444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0" name="row:Net DIM:start"/>
          <p:cNvSpPr/>
          <p:nvPr/>
        </p:nvSpPr>
        <p:spPr>
          <a:xfrm>
            <a:off x="713786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row:Net DIM:release:4.16"/>
          <p:cNvSpPr/>
          <p:nvPr/>
        </p:nvSpPr>
        <p:spPr>
          <a:xfrm>
            <a:off x="8005791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ow:Net DIM:label"/>
          <p:cNvSpPr txBox="1"/>
          <p:nvPr/>
        </p:nvSpPr>
        <p:spPr>
          <a:xfrm>
            <a:off x="8122377" y="6494716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283" name="row:netdevs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284" name="row:netdevsim:development"/>
          <p:cNvCxnSpPr/>
          <p:nvPr/>
        </p:nvCxnSpPr>
        <p:spPr>
          <a:xfrm>
            <a:off x="7517053" y="6713791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row:netdevsim:start"/>
          <p:cNvSpPr/>
          <p:nvPr/>
        </p:nvSpPr>
        <p:spPr>
          <a:xfrm>
            <a:off x="7485049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row:netdevs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row:netdevs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288" name="row:devlink health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289" name="row:devlink health:development"/>
          <p:cNvCxnSpPr/>
          <p:nvPr/>
        </p:nvCxnSpPr>
        <p:spPr>
          <a:xfrm>
            <a:off x="7864240" y="6823138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0" name="row:devlink health:start"/>
          <p:cNvSpPr/>
          <p:nvPr/>
        </p:nvSpPr>
        <p:spPr>
          <a:xfrm>
            <a:off x="7832236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row:devlink health:release:5.1"/>
          <p:cNvSpPr/>
          <p:nvPr/>
        </p:nvSpPr>
        <p:spPr>
          <a:xfrm>
            <a:off x="8764800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row:devlink health:label"/>
          <p:cNvSpPr txBox="1"/>
          <p:nvPr/>
        </p:nvSpPr>
        <p:spPr>
          <a:xfrm>
            <a:off x="8881386" y="6713410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293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294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298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299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03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04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08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09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13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14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5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18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9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22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24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sp>
        <p:nvSpPr>
          <p:cNvPr id="326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27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
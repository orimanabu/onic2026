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  <a:p>
            <a:r>
              <a:t>- Start labels (~X.Y) give the version under development at the plotted start date, i.e. the first kernel released after that date. Where a lineage arrow runs into a start label, its shaft is broken around the label (…:across:before-label + …:across).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55727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lineage:sch_fq / TCP pacing-&gt;SO_TXTIME / EDT / taprio:across:before-label"/>
          <p:cNvCxnSpPr/>
          <p:nvPr/>
        </p:nvCxnSpPr>
        <p:spPr>
          <a:xfrm>
            <a:off x="4987998" y="2101405"/>
            <a:ext cx="1906469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7180725" y="210140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28" name="lineage:eBPF foundation-&gt;XDP:across:before-label"/>
          <p:cNvCxnSpPr/>
          <p:nvPr/>
        </p:nvCxnSpPr>
        <p:spPr>
          <a:xfrm>
            <a:off x="5747007" y="3614356"/>
            <a:ext cx="441988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lineage:eBPF foundation-&gt;XDP:across"/>
          <p:cNvCxnSpPr/>
          <p:nvPr/>
        </p:nvCxnSpPr>
        <p:spPr>
          <a:xfrm>
            <a:off x="6430803" y="3614356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lineage:eBPF foundation-&gt;cgroup / LWT BPF:across:before-label"/>
          <p:cNvCxnSpPr/>
          <p:nvPr/>
        </p:nvCxnSpPr>
        <p:spPr>
          <a:xfrm>
            <a:off x="5747007" y="3067621"/>
            <a:ext cx="358663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6347478" y="306762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lineage:eBPF foundation-&gt;SOCK_OPS / SOCKMAP:across:before-label"/>
          <p:cNvCxnSpPr/>
          <p:nvPr/>
        </p:nvCxnSpPr>
        <p:spPr>
          <a:xfrm>
            <a:off x="5747007" y="3176968"/>
            <a:ext cx="705849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6694664" y="3176968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lineage:TC BPF-&gt;TCX:across:before-label"/>
          <p:cNvCxnSpPr/>
          <p:nvPr/>
        </p:nvCxnSpPr>
        <p:spPr>
          <a:xfrm>
            <a:off x="6120096" y="2848927"/>
            <a:ext cx="4568433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10930337" y="2848927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lineage:BPF struct_ops-&gt;BPF qdisc:across:before-label"/>
          <p:cNvCxnSpPr/>
          <p:nvPr/>
        </p:nvCxnSpPr>
        <p:spPr>
          <a:xfrm>
            <a:off x="9434168" y="3395662"/>
            <a:ext cx="245978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12180208" y="3395662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lineage:page_pool-&gt;Device Memory TCP RX:across:before-label"/>
          <p:cNvCxnSpPr/>
          <p:nvPr/>
        </p:nvCxnSpPr>
        <p:spPr>
          <a:xfrm>
            <a:off x="8302069" y="3924490"/>
            <a:ext cx="2733646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11277523" y="3924490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lineage:page_pool-&gt;io_uring ZCRX:across:before-label"/>
          <p:cNvCxnSpPr/>
          <p:nvPr/>
        </p:nvCxnSpPr>
        <p:spPr>
          <a:xfrm>
            <a:off x="8302069" y="4143183"/>
            <a:ext cx="2941958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11485835" y="4143184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lineage:AF_XDP-&gt;AF_XDP multi-buffer:across:before-label"/>
          <p:cNvCxnSpPr/>
          <p:nvPr/>
        </p:nvCxnSpPr>
        <p:spPr>
          <a:xfrm>
            <a:off x="8302069" y="4580572"/>
            <a:ext cx="1925387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10513713" y="4580572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lineage:devlink-&gt;devlink health:across:before-label"/>
          <p:cNvCxnSpPr/>
          <p:nvPr/>
        </p:nvCxnSpPr>
        <p:spPr>
          <a:xfrm>
            <a:off x="6746029" y="6495097"/>
            <a:ext cx="703937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7736223" y="6495097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37" name="lineage:XDP-&gt;XDP multi-buffer:across:before-label"/>
          <p:cNvCxnSpPr/>
          <p:nvPr/>
        </p:nvCxnSpPr>
        <p:spPr>
          <a:xfrm>
            <a:off x="7012181" y="4361878"/>
            <a:ext cx="252090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lineage:XDP-&gt;XDP multi-buffer:across"/>
          <p:cNvCxnSpPr/>
          <p:nvPr/>
        </p:nvCxnSpPr>
        <p:spPr>
          <a:xfrm>
            <a:off x="9819341" y="4361878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41851" y="4471225"/>
            <a:ext cx="8686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57272"/>
            <a:ext cx="1051560" cy="113004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series), labelled ~X.Y = kernel version then in development.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  <p:sp>
        <p:nvSpPr>
          <p:cNvPr id="366" name="row:DQL / BQL:start-label"/>
          <p:cNvSpPr txBox="1"/>
          <p:nvPr/>
        </p:nvSpPr>
        <p:spPr>
          <a:xfrm>
            <a:off x="3266808" y="1595437"/>
            <a:ext cx="338582" cy="137160"/>
          </a:xfrm>
          <a:prstGeom prst="rect">
            <a:avLst/>
          </a:prstGeom>
          <a:solidFill>
            <a:srgbClr val="EEF4FF"/>
          </a:solidFill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367" name="row:TSQ:start-label"/>
          <p:cNvSpPr txBox="1"/>
          <p:nvPr/>
        </p:nvSpPr>
        <p:spPr>
          <a:xfrm>
            <a:off x="3451625" y="1704784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368" name="row:SO_BUSY_POLL:start-label"/>
          <p:cNvSpPr txBox="1"/>
          <p:nvPr/>
        </p:nvSpPr>
        <p:spPr>
          <a:xfrm>
            <a:off x="4145996" y="181413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369" name="row:sch_fq / TCP pacing:start-label"/>
          <p:cNvSpPr txBox="1"/>
          <p:nvPr/>
        </p:nvSpPr>
        <p:spPr>
          <a:xfrm>
            <a:off x="4007122" y="192347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370" name="row:SO_TXTIME / EDT / taprio:start-label"/>
          <p:cNvSpPr txBox="1"/>
          <p:nvPr/>
        </p:nvSpPr>
        <p:spPr>
          <a:xfrm>
            <a:off x="6921899" y="20328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371" name="row:BIG TCP:start-label"/>
          <p:cNvSpPr txBox="1"/>
          <p:nvPr/>
        </p:nvSpPr>
        <p:spPr>
          <a:xfrm>
            <a:off x="9795402" y="2142172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372" name="row:cake_mq:start-label"/>
          <p:cNvSpPr txBox="1"/>
          <p:nvPr/>
        </p:nvSpPr>
        <p:spPr>
          <a:xfrm>
            <a:off x="12434017" y="2360866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373" name="row:eBPF foundation:start-label"/>
          <p:cNvSpPr txBox="1"/>
          <p:nvPr/>
        </p:nvSpPr>
        <p:spPr>
          <a:xfrm>
            <a:off x="4448733" y="2561652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374" name="row:TC BPF:start-label"/>
          <p:cNvSpPr txBox="1"/>
          <p:nvPr/>
        </p:nvSpPr>
        <p:spPr>
          <a:xfrm>
            <a:off x="5351418" y="2671000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375" name="row:TCX:start-label"/>
          <p:cNvSpPr txBox="1"/>
          <p:nvPr/>
        </p:nvSpPr>
        <p:spPr>
          <a:xfrm>
            <a:off x="10715961" y="278034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376" name="row:netkit:start-label"/>
          <p:cNvSpPr txBox="1"/>
          <p:nvPr/>
        </p:nvSpPr>
        <p:spPr>
          <a:xfrm>
            <a:off x="10950848" y="2889694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377" name="row:cgroup / LWT BPF:start-label"/>
          <p:cNvSpPr txBox="1"/>
          <p:nvPr/>
        </p:nvSpPr>
        <p:spPr>
          <a:xfrm>
            <a:off x="6133102" y="299904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378" name="row:SOCK_OPS / SOCKMAP:start-label"/>
          <p:cNvSpPr txBox="1"/>
          <p:nvPr/>
        </p:nvSpPr>
        <p:spPr>
          <a:xfrm>
            <a:off x="6480289" y="3108388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379" name="row:BPF struct_ops:start-label"/>
          <p:cNvSpPr txBox="1"/>
          <p:nvPr/>
        </p:nvSpPr>
        <p:spPr>
          <a:xfrm>
            <a:off x="8128908" y="321773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380" name="row:BPF qdisc:start-label"/>
          <p:cNvSpPr txBox="1"/>
          <p:nvPr/>
        </p:nvSpPr>
        <p:spPr>
          <a:xfrm>
            <a:off x="11921382" y="3327082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381" name="row:SK_LOOKUP:start-label"/>
          <p:cNvSpPr txBox="1"/>
          <p:nvPr/>
        </p:nvSpPr>
        <p:spPr>
          <a:xfrm>
            <a:off x="8659418" y="34364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382" name="row:XDP:start-label"/>
          <p:cNvSpPr txBox="1"/>
          <p:nvPr/>
        </p:nvSpPr>
        <p:spPr>
          <a:xfrm>
            <a:off x="6216427" y="354577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383" name="row:page_pool:start-label"/>
          <p:cNvSpPr txBox="1"/>
          <p:nvPr/>
        </p:nvSpPr>
        <p:spPr>
          <a:xfrm>
            <a:off x="6367988" y="374656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384" name="row:Device Memory TCP RX:start-label"/>
          <p:cNvSpPr txBox="1"/>
          <p:nvPr/>
        </p:nvSpPr>
        <p:spPr>
          <a:xfrm>
            <a:off x="11063147" y="3855910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385" name="row:Device Memory TCP TX:start-label"/>
          <p:cNvSpPr txBox="1"/>
          <p:nvPr/>
        </p:nvSpPr>
        <p:spPr>
          <a:xfrm>
            <a:off x="11784095" y="396525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386" name="row:io_uring ZCRX:start-label"/>
          <p:cNvSpPr txBox="1"/>
          <p:nvPr/>
        </p:nvSpPr>
        <p:spPr>
          <a:xfrm>
            <a:off x="11271459" y="407460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387" name="row:large RX buffers (mem. providers):start-label"/>
          <p:cNvSpPr txBox="1"/>
          <p:nvPr/>
        </p:nvSpPr>
        <p:spPr>
          <a:xfrm>
            <a:off x="12434017" y="418395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388" name="row:XDP multi-buffer:start-label"/>
          <p:cNvSpPr txBox="1"/>
          <p:nvPr/>
        </p:nvSpPr>
        <p:spPr>
          <a:xfrm>
            <a:off x="9560515" y="4293298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389" name="row:AF_XDP:start-label"/>
          <p:cNvSpPr txBox="1"/>
          <p:nvPr/>
        </p:nvSpPr>
        <p:spPr>
          <a:xfrm>
            <a:off x="6783025" y="44026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390" name="row:AF_XDP multi-buffer:start-label"/>
          <p:cNvSpPr txBox="1"/>
          <p:nvPr/>
        </p:nvSpPr>
        <p:spPr>
          <a:xfrm>
            <a:off x="10254888" y="4511992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391" name="row:RX HW queue leasing:start-label"/>
          <p:cNvSpPr txBox="1"/>
          <p:nvPr/>
        </p:nvSpPr>
        <p:spPr>
          <a:xfrm>
            <a:off x="12086831" y="462133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392" name="row:nexthop objects:start-label"/>
          <p:cNvSpPr txBox="1"/>
          <p:nvPr/>
        </p:nvSpPr>
        <p:spPr>
          <a:xfrm>
            <a:off x="7573410" y="493147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393" name="row:per-netns RTNL:start-label"/>
          <p:cNvSpPr txBox="1"/>
          <p:nvPr/>
        </p:nvSpPr>
        <p:spPr>
          <a:xfrm>
            <a:off x="11089722" y="504081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394" name="row:further RTNL breakup:start-label"/>
          <p:cNvSpPr txBox="1"/>
          <p:nvPr/>
        </p:nvSpPr>
        <p:spPr>
          <a:xfrm>
            <a:off x="11784095" y="515016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395" name="row:RTNL-less FIB rules:start-label"/>
          <p:cNvSpPr txBox="1"/>
          <p:nvPr/>
        </p:nvSpPr>
        <p:spPr>
          <a:xfrm>
            <a:off x="12434017" y="5259514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396" name="row:YNL tooling:start-label"/>
          <p:cNvSpPr txBox="1"/>
          <p:nvPr/>
        </p:nvSpPr>
        <p:spPr>
          <a:xfrm>
            <a:off x="10003713" y="53688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397" name="row:queue/NAPI netdev-genl:start-label"/>
          <p:cNvSpPr txBox="1"/>
          <p:nvPr/>
        </p:nvSpPr>
        <p:spPr>
          <a:xfrm>
            <a:off x="11089722" y="5569648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398" name="row:kprobe BPF:start-label"/>
          <p:cNvSpPr txBox="1"/>
          <p:nvPr/>
        </p:nvSpPr>
        <p:spPr>
          <a:xfrm>
            <a:off x="4934794" y="567899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399" name="row:structured drop reason:start-label"/>
          <p:cNvSpPr txBox="1"/>
          <p:nvPr/>
        </p:nvSpPr>
        <p:spPr>
          <a:xfrm>
            <a:off x="9656527" y="5788342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400" name="row:drop-reason expansion:start-label"/>
          <p:cNvSpPr txBox="1"/>
          <p:nvPr/>
        </p:nvSpPr>
        <p:spPr>
          <a:xfrm>
            <a:off x="10489774" y="589768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401" name="row:qdisc-drop tracepoint:start-label"/>
          <p:cNvSpPr txBox="1"/>
          <p:nvPr/>
        </p:nvSpPr>
        <p:spPr>
          <a:xfrm>
            <a:off x="12434017" y="600703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402" name="row:switchdev:start-label"/>
          <p:cNvSpPr txBox="1"/>
          <p:nvPr/>
        </p:nvSpPr>
        <p:spPr>
          <a:xfrm>
            <a:off x="4795920" y="620782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403" name="row:devlink:start-label"/>
          <p:cNvSpPr txBox="1"/>
          <p:nvPr/>
        </p:nvSpPr>
        <p:spPr>
          <a:xfrm>
            <a:off x="5490292" y="6317170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404" name="row:devlink health:start-label"/>
          <p:cNvSpPr txBox="1"/>
          <p:nvPr/>
        </p:nvSpPr>
        <p:spPr>
          <a:xfrm>
            <a:off x="7477398" y="64265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405" name="row:phylink:start-label"/>
          <p:cNvSpPr txBox="1"/>
          <p:nvPr/>
        </p:nvSpPr>
        <p:spPr>
          <a:xfrm>
            <a:off x="5673616" y="6535864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406" name="row:Net DIM:start-label"/>
          <p:cNvSpPr txBox="1"/>
          <p:nvPr/>
        </p:nvSpPr>
        <p:spPr>
          <a:xfrm>
            <a:off x="6879037" y="664521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407" name="row:netdevsim:start-label"/>
          <p:cNvSpPr txBox="1"/>
          <p:nvPr/>
        </p:nvSpPr>
        <p:spPr>
          <a:xfrm>
            <a:off x="7226222" y="6754558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408" name="row:ethtool netlink:start-label"/>
          <p:cNvSpPr txBox="1"/>
          <p:nvPr/>
        </p:nvSpPr>
        <p:spPr>
          <a:xfrm>
            <a:off x="7573410" y="68639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409" name="row:auxiliary bus:start-label"/>
          <p:cNvSpPr txBox="1"/>
          <p:nvPr/>
        </p:nvSpPr>
        <p:spPr>
          <a:xfrm>
            <a:off x="9006605" y="6973252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410" name="row:threaded NAPI:start-label"/>
          <p:cNvSpPr txBox="1"/>
          <p:nvPr/>
        </p:nvSpPr>
        <p:spPr>
          <a:xfrm>
            <a:off x="9214916" y="708259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411" name="row:Rust phylib:start-label"/>
          <p:cNvSpPr txBox="1"/>
          <p:nvPr/>
        </p:nvSpPr>
        <p:spPr>
          <a:xfrm>
            <a:off x="11089722" y="71919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700" i="1">
                <a:solidFill>
                  <a:srgbClr val="475569"/>
                </a:solidFill>
              </a:rPr>
              <a:t>~6.2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962787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962787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962787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962787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962787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962787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962787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962787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